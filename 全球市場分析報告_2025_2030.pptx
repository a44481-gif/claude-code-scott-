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2160000"/>
            <a:ext cx="11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全球儲能及新能源關聯市場</a:t>
            </a:r>
            <a:br/>
            <a:r>
              <a:t>經濟規模分析報告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3600000"/>
            <a:ext cx="111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</a:defRPr>
            </a:pPr>
            <a:r>
              <a:t>2025-2030 | 11大賽道 | 市場規模 | 增速分析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執行摘要 |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90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分析範圍：全球儲能及新能源關聯市場（2025-2030）</a:t>
            </a:r>
            <a:br/>
            <a:br/>
            <a:r>
              <a:t>覆蓋賽道：11 大賽道</a:t>
            </a:r>
            <a:br/>
            <a:br/>
            <a:r>
              <a:t>核心結論：</a:t>
            </a:r>
            <a:br/>
            <a:r>
              <a:t>  ▸ 11大賽道5年累計總規模：107,343 億元</a:t>
            </a:r>
            <a:br/>
            <a:r>
              <a:t>  ▸ 2030年預計總規模：0 億元</a:t>
            </a:r>
            <a:br/>
            <a:r>
              <a:t>  ▸ 增速最快：AI儲能 (CAGR 65%)、機器人儲能 (CAGR 58%)、無人機儲能 (CAGR 55%)</a:t>
            </a:r>
            <a:br/>
            <a:r>
              <a:t>  ▸ 規模最大：電動汽車 (5年累計 65,831 億元，占比 61.33%)</a:t>
            </a:r>
            <a:br/>
            <a:br/>
            <a:r>
              <a:t>數據來源：BloombergNEF / GGII / SNE Research / 行業公開數據綜合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市場規模總覽 | Market Size Overview (億元)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0000" y="900000"/>
          <a:ext cx="936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2160000"/>
                <a:gridCol w="1800000"/>
                <a:gridCol w="1800000"/>
                <a:gridCol w="1800000"/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賽道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5年累計(億元)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CAGR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1200"/>
                      </a:pPr>
                      <a:r>
                        <a:t>市場份額(%)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电动汽车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65,831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61.33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电动货卡车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30,997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28.88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7,382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6.88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电动船舶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工商储能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39.9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0.58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0.48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家庭储能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0.38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机器人储能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0.24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BBU储能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0.17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无人机储能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0.14</a:t>
                      </a:r>
                    </a:p>
                  </a:txBody>
                  <a:tcPr/>
                </a:tc>
              </a:tr>
              <a:tr h="42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增速分析 | Growth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90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【增速最快 Top 5】</a:t>
            </a:r>
            <a:br/>
            <a:br/>
            <a:r>
              <a:t>1. AI储能: CAGR 63.9%</a:t>
            </a:r>
            <a:br/>
            <a:r>
              <a:t>   5年累計: 517 億元</a:t>
            </a:r>
            <a:br/>
            <a:br/>
            <a:r>
              <a:t>2. 机器人储能: CAGR 59.1%</a:t>
            </a:r>
            <a:br/>
            <a:r>
              <a:t>   5年累計: 262 億元</a:t>
            </a:r>
            <a:br/>
            <a:br/>
            <a:r>
              <a:t>3. 无人机储能: CAGR 56.3%</a:t>
            </a:r>
            <a:br/>
            <a:r>
              <a:t>   5年累計: 148 億元</a:t>
            </a:r>
            <a:br/>
            <a:br/>
            <a:r>
              <a:t>4. BBU储能: CAGR 44.5%</a:t>
            </a:r>
            <a:br/>
            <a:r>
              <a:t>   5年累計: 181 億元</a:t>
            </a:r>
            <a:br/>
            <a:br/>
            <a:r>
              <a:t>5. 电动船舶: CAGR 41.7%</a:t>
            </a:r>
            <a:br/>
            <a:r>
              <a:t>   5年累計: 907 億元</a:t>
            </a:r>
            <a:br/>
            <a:br/>
            <a:br/>
            <a:r>
              <a:t>【市場規模最大 Top 3】</a:t>
            </a:r>
            <a:br/>
            <a:br/>
            <a:r>
              <a:t>1. 电动汽车: 65,831 億元 (61.33%)</a:t>
            </a:r>
            <a:br/>
            <a:r>
              <a:t>2. 电动货卡车: 30,997 億元 (28.88%)</a:t>
            </a:r>
            <a:br/>
            <a:r>
              <a:t>3. 电芯: 7,382 億元 (6.88%)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116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結論與展望 |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0000" y="900000"/>
            <a:ext cx="11160000" cy="5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核心洞察：</a:t>
            </a:r>
            <a:br/>
            <a:br/>
            <a:r>
              <a:t>1. 電動汽車市場規模最大</a:t>
            </a:r>
            <a:br/>
            <a:r>
              <a:t>   - 5年累計規模：65,831 億元</a:t>
            </a:r>
            <a:br/>
            <a:r>
              <a:t>   - 市場份額：61.33%</a:t>
            </a:r>
            <a:br/>
            <a:r>
              <a:t>   - CAGR：16.6%</a:t>
            </a:r>
            <a:br/>
            <a:br/>
            <a:r>
              <a:t>2. 新興賽道增速迅猛</a:t>
            </a:r>
            <a:br/>
            <a:r>
              <a:t>   - AI儲能 CAGR：63.9%</a:t>
            </a:r>
            <a:br/>
            <a:r>
              <a:t>   - 機器人儲能 CAGR：59.1%</a:t>
            </a:r>
            <a:br/>
            <a:r>
              <a:t>   - 無人機儲能 CAGR：56.3%</a:t>
            </a:r>
            <a:br/>
            <a:br/>
            <a:r>
              <a:t>3. 市場趨勢</a:t>
            </a:r>
            <a:br/>
            <a:r>
              <a:t>   - 電動化、智能化加速</a:t>
            </a:r>
            <a:br/>
            <a:r>
              <a:t>   - 儲能需求爆發式增長</a:t>
            </a:r>
            <a:br/>
            <a:r>
              <a:t>   - 新技術、新應用場景不斷涌現</a:t>
            </a:r>
            <a:br/>
            <a:br/>
            <a:r>
              <a:t>生成時間：2026-04-06 07:32:06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