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CoBM DIY PC电源品牌客户推广策略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>
                <a:solidFill>
                  <a:srgbClr val="C8C8C8"/>
                </a:solidFill>
              </a:defRPr>
            </a:pPr>
            <a:r>
              <a:t>B2B营销 · 客户开发 · 渠道策略 | 2026-04-06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69696"/>
                </a:solidFill>
              </a:defRPr>
            </a:pPr>
            <a:r>
              <a:t>2026年4月6日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报告目录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● 一、目标客户画像与核心痛点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● 二、精准客户切入策略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● 三、B2B营销工具包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● 四、渠道策略与展会计划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● 五、销售赋能与话术模板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● 六、执行计划与里程碑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4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一、目标客户类型与优先级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148840"/>
                <a:gridCol w="2148840"/>
                <a:gridCol w="214884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客户类型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代表品牌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年出货量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切入优先级</a:t>
                      </a:r>
                    </a:p>
                  </a:txBody>
                  <a:tcPr>
                    <a:solidFill>
                      <a:srgbClr val="34495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台系电源大厂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曜越T.T、海韵、全汉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50-100万+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S级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大陆电源品牌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长城、航嘉、先马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100万+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电竞品牌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ROG、微星MEG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20-50万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A级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ITX新锐品牌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傻瓜超人、乔思伯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5-30万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B级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一、客户核心痛点与CoBM解决能力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痛点类型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具体表现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CoBM解决方案</a:t>
                      </a:r>
                    </a:p>
                  </a:txBody>
                  <a:tcPr>
                    <a:solidFill>
                      <a:srgbClr val="C0392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成本压力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利润持续压缩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BOM成本降低18-28%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效率竞争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80PLUS认证成本高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白金牌方案低成本实现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功率密度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ITX/SFF市场需求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功率密度+50-65%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AI PC需求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RTX 40/50系列大功率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覆盖550W-2400W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供应链风险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传统IC方案元件多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CoBM高集成减少元件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二、台系大厂切入策略 - 曜越T.T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【步骤1】发送CoBM vs T.T现有方案对比分析报告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【步骤2】寄送CoBM样品及技术文档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【步骤3】线上/线下技术交流会议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【步骤4】提供定制化CoBM方案报价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【步骤5】联合测试验证（PFC/LLC效率实测）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【步骤6】签署合作意向书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切入话术：GF1/XP系列导入CoBM，BOM成本降低22%，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年出货50万台节省800-1200万元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二、各类品牌差异化切入策略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【大陆品牌】长城/航嘉 - 强调性价比+产能+供应链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  CoBM Si方案：铜牌→金牌，BOM下降20%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【电竞品牌】ROG/微星MEG - 强调功率密度+小尺寸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  122mm深度，ATX 3.1原生12V-2x6接口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【ITX品牌】傻瓜超人/乔思伯 - 强调SFX尺寸优势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  Wukong GX 122mm最短深度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A52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三、B2B营销工具包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【核心物料】技术白皮书 - CoBM原理/优势/实测数据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【核心物料】对比分析表 - CoBM vs 竞品 vs 传统方案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【核心物料】ROI计算器 - 输入出货量→输出节省金额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【样品支持】CoBM模块+完整测试报告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【案例集】已合作客户实证数据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【线上内容】短视频/技术动画/社交媒体传播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三、ROI计算器模板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典型值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用户可调范围</a:t>
                      </a:r>
                    </a:p>
                  </a:txBody>
                  <a:tcPr>
                    <a:solidFill>
                      <a:srgbClr val="27AE6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年出货量(万台)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10-500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平均瓦数(W)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550-1200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当前BOM成本(元)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CoBM方案BOM(元)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/>
            </a:pPr>
            <a:r>
              <a:t>输出结果：</a:t>
            </a:r>
          </a:p>
          <a:p>
            <a:pPr>
              <a:defRPr sz="1200"/>
            </a:pPr>
            <a:r>
              <a:t>年BOM成本节省：750万元 | ROI：320% | 回收期：3个月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五、销售话术模板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【开场白30秒】专注功率半导体封装，BOM成本降20%，效率+2-4%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【痛点挖掘三问】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  1. 您觉得目前电源方案最大的成本压力在哪？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  2. 80PLUS认证投入产出比是否令您满意？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  3. ITX/紧凑电源市场是否有合适方案？</a:t>
            </a: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</a:p>
          <a:p>
            <a:pPr>
              <a:spcBef>
                <a:spcPts val="600"/>
              </a:spcBef>
              <a:defRPr sz="1500">
                <a:solidFill>
                  <a:srgbClr val="323232"/>
                </a:solidFill>
              </a:defRPr>
            </a:pPr>
            <a:r>
              <a:t>【价值主张】850W产品升级白金牌认证，BOM成本还下降20%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六、执行计划与里程碑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时间节点</a:t>
                      </a:r>
                    </a:p>
                  </a:txBody>
                  <a:tcPr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里程碑</a:t>
                      </a:r>
                    </a:p>
                  </a:txBody>
                  <a:tcPr>
                    <a:solidFill>
                      <a:srgbClr val="F1C40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验收标准</a:t>
                      </a:r>
                    </a:p>
                  </a:txBody>
                  <a:tcPr>
                    <a:solidFill>
                      <a:srgbClr val="F1C40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4月底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营销物料完成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白皮书v1.0+对比表+ROI计算器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5月中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首批客户拜访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完成10+家客户技术交流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6月初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Computex亮相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收集50+名片，转化20+MQL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7月底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首批样品订单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3家客户进入样品测试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9月底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首批成交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至少1家签署正式订单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六、年度推广预算规划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8595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65120"/>
                <a:gridCol w="2865120"/>
                <a:gridCol w="286512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费用类别</a:t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预算(万元)</a:t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占比</a:t>
                      </a:r>
                    </a:p>
                  </a:txBody>
                  <a:tcPr>
                    <a:solidFill>
                      <a:srgbClr val="8E44AD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展会费用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25%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样品制作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营销物料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13%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FAE支持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销售费用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线上推广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总计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23232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总结与行动计划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7863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◆ 爆品切入：以850W-1200W白金牌为突破口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◆ 标杆客户：优先攻克曜越T.T，成功后复制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◆ 数据说话：所有推广基于实测数据，ROI量化价值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◆ 展会搭台：Computex 2026是最佳展示舞台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◆ 渠道深耕：建立华东/华南直销+代理网络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