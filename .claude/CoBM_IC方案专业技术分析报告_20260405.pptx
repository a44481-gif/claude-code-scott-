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CoBM电源IC方案专业技术分析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GaN · SiC · Si · 数字控制 · 封装技术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9696"/>
                </a:solidFill>
              </a:defRPr>
            </a:pPr>
            <a:r>
              <a:t>2026年4月5日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一、电源IC技术分类体系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二、GaN/SiC/Si IC方案详细分析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三、数字控制IC方案分析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四、PFC与LLC控制器IC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五、CoBM封装技术分析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六、IC方案选型指南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七、综合对比与供应商生态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八、技术结论与总结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一、半导体材料技术对比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材料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带隙(eV)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耐压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效率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成本($/pcs)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市场地位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Si (硅)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650V级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92-95%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$0.1-0.5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主流 70%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GaN (氮化镓)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650/800V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96-99%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$0.6-2.5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快速增长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SiC (碳化硅)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650-1700V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97-99%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$1.5-8.0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高端市场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二、GaN厂商产品线对比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产品系列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耐压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峰值效率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主要应用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价格($/pcs)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Infineon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CoolGaN G5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600V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&gt;98%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服务器/汽车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$1.2-2.5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Navitas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GaNFast Gen2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650V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USB-PD/消费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$0.8-1.5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Power Integrations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InnoSwitch5-Pro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650V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AC-DC/充电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$0.6-1.2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EPC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eGaN FET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100-350V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激光雷达/48V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$0.5-2.0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二、SiC厂商产品线对比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产品系列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耐压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峰值效率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主要应用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价格($/pcs)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Wolfspeed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SiC FET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650-1700V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98%+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数据中心/汽车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$2.0-8.0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Infineon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CoolSiC G3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650-1700V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98%+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工业/汽车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$1.8-6.0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onsemi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EliteSiC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650-1700V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97%+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服务器/汽车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$1.5-5.0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ROHM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SiC MOSFET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650-1700V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98%+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工业/汽车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$1.5-5.5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三、数字控制器对比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主频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PWM分辨率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PMBus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主要应用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TMS320F28379D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200MHz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150ps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v1.3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旗舰服务器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UCD3138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125MHz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250ps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v1.3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通信电源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XMC4500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Infineon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144MHz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100ps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可选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工业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NCP4208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ON Semi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数字核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数字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v1.3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服务器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dsPIC33EP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Microchip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70MHz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250ps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可选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消费级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四、PFC控制器IC对比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拓扑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开关频率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GaN兼容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应用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Infineon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EiceDRIVER 2ED4820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CCM/CRM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最高500kHz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服务器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UCC28180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最高250kHz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通用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onsemi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NCP1654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CCM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最高250kHz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消费级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MPS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HR1201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CRM/CCM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最高300kHz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紧凑型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Infineon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EiceDRIVER 1ED-TC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Totem-Pole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高频率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高端服务器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四、LLC谐振控制器IC对比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谐振类型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开关频率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同步整流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应用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UCC25640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半桥LLC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50-500kHz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服务器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LMG3410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GaN集成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最高1MHz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高密度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Infineon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XMC1300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半桥LLC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50-500kHz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工业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onsemi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NCP1399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混合LLC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最高500kHz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消费级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L6699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半桥LLC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50-400kHz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通用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五、CoBM封装技术对比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封装类型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功率范围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主要优势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主要劣势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CoBM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多芯片同封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200W-3kW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最高集成度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定制成本高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系统级封装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10-200W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较高集成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散热受限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分立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独立器件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全范围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灵活/成本低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集成度低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模组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标准化模块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500W-5kW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标准化/可靠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定制性差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六、IC方案按功率段选型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功率段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推荐拓扑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GaN方案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Si方案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效率目标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30-65W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QR Flyback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Navitas NV6172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InnoSwitch4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92-94%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65-120W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QR/LLC Flyback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PI InnoSwitch5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NCP1399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94-96%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250-500W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PFC+LLC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CoolGaN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NCP1654+LLC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96-97%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500-1000W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PFC+LLC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CoolGaN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Si双级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97-98%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1000-3000W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Totem PFC+LLC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CoolGaN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Si双级+SiC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98%+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七、技术维度对比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5276"/>
                </a:solidFill>
              </a:defRPr>
            </a:pPr>
            <a:r>
              <a:t>传统分立Si方案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BOM成本: $50-55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80+认证: 金牌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功率密度: 18-22 W/in3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纹波(12V): 25-35mV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保持时间: &gt;16ms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MTBF: 100k小时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边际毛利率: 18-22%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005840"/>
            <a:ext cx="18288" cy="457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CoBM(Si)方案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BOM成本: $38-42 (降低20-25%)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80+认证: 白金牌 (升级2-4%)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功率密度: 28-32 W/in3 (提升50%)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纹波(12V): &lt;15mV (降低50-60%)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保持时间: &gt;22ms (提升35%)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MTBF: 120k+小时 (提升20%)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✓ 边际毛利率: 28-32% (提升8-10pp)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七、全链路IC方案供应商生态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【PFC控制器】Infineon, TI, onsemi, ST, MPS, Richtek, NXP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【LLC控制器】TI, Infineon, onsemi, ST, MPS, Microchip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【GaN器件】Infineon(CoolGaN), Navitas(GaNFast), Power Integrations, EPC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【SiC器件】Wolfspeed, Infineon(CoolSiC), onsemi(EliteSiC), ROHM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【Si MOSFET】Infineon(OptiMOS), onsemi(NexperSi), ST, Vishay, Toshiba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t>● 【数字控制器】TI(C2000), Infineon(XMC), NXP, Microchip(dsPIC), onsemi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八、投资建议路线图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IC方案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预期收益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风险等级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Phase 1 (2026-2027)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RM550x/650x/750x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CoBM(Si)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ROI 126%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Phase 2 (2027-2028)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SF750 SFX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CoBM(GaN)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体积-30%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Phase 3 (2028-2029)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HX1200旗舰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CoBM(SiC)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效率99%+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23232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结论与建议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◆ CoBM(Si)方案性价比最优：750W电竞电源成本-25%, 效率+2%, 功率密度+50%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◆ GaN是未来方向：高功率密度场景，GaN CoBM可实现体积缩小30-40%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◆ SiC适合旗舰定位：1200W+产品，SiC CoBM可实现98%+效率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◆ 数字控制是高端标配：PMBus监控/软件调优/固件升级已成标准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0"/>
            <a:ext cx="78638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投资建议</a:t>
            </a:r>
          </a:p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</a:defRPr>
            </a:pPr>
            <a:r>
              <a:t>Phase 1: RM550x/650x/750x -&gt; CoBM(Si) -&gt; ROI 126%</a:t>
            </a:r>
          </a:p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</a:defRPr>
            </a:pPr>
            <a:r>
              <a:t>Phase 2: SF750 SFX -&gt; CoBM(GaN) -&gt; 体积-30%</a:t>
            </a:r>
          </a:p>
          <a:p>
            <a:pPr>
              <a:spcBef>
                <a:spcPts val="400"/>
              </a:spcBef>
              <a:defRPr sz="1400">
                <a:solidFill>
                  <a:srgbClr val="323232"/>
                </a:solidFill>
              </a:defRPr>
            </a:pPr>
            <a:r>
              <a:t>Phase 3: HX1200旗舰 -&gt; CoBM(SiC) -&gt; 效率99%+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