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CoBM产品IC方案优势分析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8C8C8"/>
                </a:solidFill>
              </a:defRPr>
            </a:pPr>
            <a:r>
              <a:t>曜越T.T电竞电源市场切入策略 · 竞品分析 · 销售增长预测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69696"/>
                </a:solidFill>
              </a:defRPr>
            </a:pPr>
            <a:r>
              <a:t>2026年4月6日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一、CoBM产品IC方案优势分析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二、曜越T.T电竞电源产品线调研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三、CoBM方案切入策略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四、竞品分析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五、竞争优势对比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六、销售增长预测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七、策略建议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一、CoBM产品IC方案技术优势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【性能提升】功率密度+50%~65%，纹波降低50%~60%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【能效升级】转换效率提升2%~4%，金牌可升级至白金牌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【成本优化】BOM+制造综合成本降低18%~28%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【可靠性增强】焊点失效率降低80%+，MTBF达120,000+小时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【散热改善】热点温度一致性优化，风扇转速可降低10%~20%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【集成度高】元件数量减少40%+，PCB面积节省30%~40%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二、曜越T.T电竞电源产品线（旗舰/高端）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系列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瓦数覆盖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80+认证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模组化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质保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参考价(USD)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GF3 (旗舰)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650W-1650W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全模组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$110-$440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GF2 (高端)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650W-1200W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全模组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$95-$240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GF1 (主流)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650W-1200W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全模组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5年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$80-$220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XP (白金旗舰)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850W-1200W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全模组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$170-$310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PF1 (白金)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650W-1200W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全模组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$110-$280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二、曜越T.T电竞电源产品线（RGB/主流/入门）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系列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瓦数覆盖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80+认证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模组化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质保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特色功能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Grand RGB DPS 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650W-1050W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全模组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RGB风扇+DPS监控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XT Snow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750W-850W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全模组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5年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全白外观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Smart BX3 Pro 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650W-850W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Bronze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半模组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5年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ATX 3.1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Smart BX1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430W-600W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Bronze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非模组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3年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入门主流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Litepower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350W-600W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White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非模组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2年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最低成本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三、CoBM方案切入优先级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产品线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瓦数段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切入理由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建议模式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P1 - 最高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Smart BX1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430-600W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非模组，用户量大，升级需求极强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基础模组线材包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P1 - 最高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GF1系列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650-1200W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最大众化高端线，CoBM价值最高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高性价比模组升级套装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P2 - 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Smart BX3 Pro 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650-850W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半模组，ATX 3.1增强接口需求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ATX 3.1增强接口线缆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P2 - 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GF2系列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650-1200W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主流玩家，Premium线材需求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镀银/编织网版本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P3 - 中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GF3系列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650-1650W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全模组，CoBM价值较低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仅高端定制线材合作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三、最佳CoBM切入型号TOP5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【#1】Smart BX1系列全系 → 430-600W → 基础模组线材包，电商走量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【#2】GF1 650W/750W → 650-750W → 高性价比模组升级套装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【#3】GF1 850W/1050W → 850-1050W → 主流玩家Premium套装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【#4】GF1 1200W → 1200W → 旗舰级镀银编织线材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【#5】Smart BX3 Pro SE → 650-850W → ATX 3.1增强接口线缆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四、竞品分析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5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08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品牌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代表系列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80+认证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功率密度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智能功能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价格区间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质保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华硕 ROG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Thor系列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Aura Sync+OLED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$145-$350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微星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MEG/MPG系列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MSI Center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$160-$280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酷冷至尊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V Gold/Platinum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Gold/Plat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中高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$105-$210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安钛克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HCG/RM系列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$90-$180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海韵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Focus/PRIME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Gold/Plat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$130-$250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曜越T.T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GF3/XP系列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Gold/Plat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T.T AI+RGB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$110-$440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五、CoBM方案竞争优势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74C3C"/>
                </a:solidFill>
              </a:defRPr>
            </a:pPr>
            <a:r>
              <a:t>传统电源方案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646464"/>
                </a:solidFill>
              </a:defRPr>
            </a:pPr>
            <a:r>
              <a:t>○ 效率: Gold为主 (89-92%)</a:t>
            </a:r>
          </a:p>
          <a:p>
            <a:pPr>
              <a:spcBef>
                <a:spcPts val="600"/>
              </a:spcBef>
              <a:defRPr sz="1400">
                <a:solidFill>
                  <a:srgbClr val="646464"/>
                </a:solidFill>
              </a:defRPr>
            </a:pPr>
            <a:r>
              <a:t>○ 功率密度: 18-22 W/in3</a:t>
            </a:r>
          </a:p>
          <a:p>
            <a:pPr>
              <a:spcBef>
                <a:spcPts val="600"/>
              </a:spcBef>
              <a:defRPr sz="1400">
                <a:solidFill>
                  <a:srgbClr val="646464"/>
                </a:solidFill>
              </a:defRPr>
            </a:pPr>
            <a:r>
              <a:t>○ BOM成本: $50-55 (750W)</a:t>
            </a:r>
          </a:p>
          <a:p>
            <a:pPr>
              <a:spcBef>
                <a:spcPts val="600"/>
              </a:spcBef>
              <a:defRPr sz="1400">
                <a:solidFill>
                  <a:srgbClr val="646464"/>
                </a:solidFill>
              </a:defRPr>
            </a:pPr>
            <a:r>
              <a:t>○ 焊点数量: ~380个</a:t>
            </a:r>
          </a:p>
          <a:p>
            <a:pPr>
              <a:spcBef>
                <a:spcPts val="600"/>
              </a:spcBef>
              <a:defRPr sz="1400">
                <a:solidFill>
                  <a:srgbClr val="646464"/>
                </a:solidFill>
              </a:defRPr>
            </a:pPr>
            <a:r>
              <a:t>○ 纹波(12V): 25-35mV</a:t>
            </a:r>
          </a:p>
          <a:p>
            <a:pPr>
              <a:spcBef>
                <a:spcPts val="600"/>
              </a:spcBef>
              <a:defRPr sz="1400">
                <a:solidFill>
                  <a:srgbClr val="646464"/>
                </a:solidFill>
              </a:defRPr>
            </a:pPr>
            <a:r>
              <a:t>○ MTBF: 100k小时</a:t>
            </a:r>
          </a:p>
          <a:p>
            <a:pPr>
              <a:spcBef>
                <a:spcPts val="600"/>
              </a:spcBef>
              <a:defRPr sz="1400">
                <a:solidFill>
                  <a:srgbClr val="646464"/>
                </a:solidFill>
              </a:defRPr>
            </a:pPr>
            <a:r>
              <a:t>○ 质保: 10年(主流)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005840"/>
            <a:ext cx="18288" cy="457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AE60"/>
                </a:solidFill>
              </a:defRPr>
            </a:pPr>
            <a:r>
              <a:t>CoBM方案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● 效率: Platinum (92-94%) (+2~4%)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● 功率密度: 28-35 W/in3 (+50~65%)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● BOM成本: $38-48 (-20~25%)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● 焊点数量: ~200个 (-47%)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● 纹波(12V): &lt;15mV (-50~60%)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● MTBF: 120k+小时 (+20%)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● 质保: 12年(目标) (+20%)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五、竞争优势量化分析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CoBM优势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量化提升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年化收益估算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转换效率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vs Gold竞品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+3-5%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年省电$8-12/台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智能功能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vs 酷冷/海韵/安钛克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+40%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功能溢价$20-30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RGB生态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vs 无RGB竞品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+50%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品牌联动价值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质保年限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vs 行业标准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信心保障溢价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功率密度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vs Gold竞品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+15-20%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体积缩小/高性能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可靠性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vs 传统方案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+80%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返修率降低50%+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六、销售增长预测（基准情景）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瓦数段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目标市场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当前市占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CoBM导入后预测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预计销量增长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550W-650W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主流电竞(RTX 4060级别)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~18%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~28%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+35%~50%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750W-850W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中高端电竞(RTX 4070级别)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~22%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~32%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+28%~42%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1000W-1200W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高端电竞(RTX 4080级别)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~25%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~32%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+20%~30%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1200W+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旗舰/工作站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~20%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~25%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+15%~25%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650W SFX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ITX紧凑电竞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~15%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~25%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+50%~70%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六、产品定位与定价策略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【650W段】$95-$115 → CoBM版:$85-$100 → 降幅10-15%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【750W段】$115-$135 → CoBM版:$100-$120 → 降幅12-15%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【850W段】$135-$170 → CoBM版:$120-$150 → 降幅10-15%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【1000W段】$180-$210 → CoBM版:$160-$185 → 降幅10-12%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【1200W段】$220-$260 → CoBM版:$200-$230 → 降幅8-12%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【策略核心】加量不加价: 同价位提供更高效率+更长质保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七、市场策略建议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【产品策略】优先推出GF1(650-1200W)和Smart BX1(430-600W)专用CoBM线材包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【定价策略】Smart BX1 CoBM套装:$15-$25(走量)；GF1 CoBM套装:$25-$45(利润)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【渠道策略】与曜越联合品牌认证，官方商城/京东/天猫同步上架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【差异化策略】GF3/GX3 SE专用12V-2x6原生线材升级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【推广策略】KOL装机评测+电商直播+用户晒单奖励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800">
                <a:solidFill>
                  <a:srgbClr val="323232"/>
                </a:solidFill>
              </a:defRPr>
            </a:pPr>
            <a:r>
              <a:t>● 【服务策略】目标12年质保，超越行业标准建立信心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◆ CoBM方案性价比最优：750W电竞电源成本-25%, 效率+2%, 功率密度+50%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◆ 最佳切入型号：GF1系列(650-1200W)和Smart BX1系列(430-600W)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◆ 核心竞争优势：T.T AI智能控制+T.T RGB生态，差异化明显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◆ 销售增长预测：主流瓦数段增长28%-50%，旗舰段增长15%-30%</a:t>
            </a:r>
          </a:p>
          <a:p>
            <a:pPr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◆ 合作建议：与曜越联合推出品牌认证CoBM升级套装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