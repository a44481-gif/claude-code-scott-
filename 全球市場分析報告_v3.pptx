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3366"/>
                </a:solidFill>
              </a:defRPr>
            </a:pPr>
            <a:r>
              <a:t>Global Energy Storage Market</a:t>
            </a:r>
            <a:br/>
            <a:r>
              <a:t>Analysis Report 2025-2030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24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11 Segments | 107,343 Billion RMB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Executive Summary | 執行摘要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111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Analysis Scope: Global Energy Storage &amp; New Energy Market (2025-2030)</a:t>
            </a:r>
            <a:br/>
            <a:r>
              <a:t>Coverage: 11 Market Segments</a:t>
            </a:r>
            <a:br/>
            <a:br/>
            <a:r>
              <a:t>KEY FINDINGS:</a:t>
            </a:r>
            <a:br/>
            <a:br/>
            <a:r>
              <a:t>Market Scale:</a:t>
            </a:r>
            <a:br/>
            <a:r>
              <a:t>  - 5-Year Total: 107,343 Billion RMB</a:t>
            </a:r>
            <a:br/>
            <a:r>
              <a:t>  - 2030 Projected: 27,975 Billion RMB</a:t>
            </a:r>
            <a:br/>
            <a:br/>
            <a:r>
              <a:t>Fastest Growing (CAGR):</a:t>
            </a:r>
            <a:br/>
            <a:r>
              <a:t>  - AI Storage: 63.9%</a:t>
            </a:r>
            <a:br/>
            <a:r>
              <a:t>  - Robot Storage: 59.1%</a:t>
            </a:r>
            <a:br/>
            <a:r>
              <a:t>  - Drone Storage: 56.3%</a:t>
            </a:r>
            <a:br/>
            <a:br/>
            <a:r>
              <a:t>Largest Market:</a:t>
            </a:r>
            <a:br/>
            <a:r>
              <a:t>  - EV: 65,831 Billion RMB (61.33%)</a:t>
            </a:r>
            <a:br/>
            <a:br/>
            <a:r>
              <a:t>Data Sources: BloombergNEF / GGII / SNE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Market Overview | 市場總覽 (Billion RMB)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3 /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0000" y="720000"/>
          <a:ext cx="1134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800000"/>
                <a:gridCol w="1800000"/>
                <a:gridCol w="1620000"/>
                <a:gridCol w="1800000"/>
                <a:gridCol w="1800000"/>
                <a:gridCol w="162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5Y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CAGR%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2030 Scale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Share%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电动汽车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65,831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15,682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61.33%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萬輛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电动货卡车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30,997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9,160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GWh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电芯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2,036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GW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电动船舶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GWh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工商储能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GWh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AI储能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GWh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家庭储能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机器人储能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BBU储能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无人机储能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半导体设备储能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Growth Ranking | 增速排名 (CAGR 2025-2030)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</a:defRPr>
            </a:pPr>
            <a:r>
              <a:t>Fastest Growing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60000"/>
            <a:ext cx="3943542" cy="46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36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1. AI储能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000" y="13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63.9%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35999"/>
            <a:ext cx="3647314" cy="46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943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2. 机器人储能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1943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59.1%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411999"/>
            <a:ext cx="3474514" cy="46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519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3. 无人机储能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00" y="2519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56.3%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987999"/>
            <a:ext cx="2746285" cy="46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309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4. BBU储能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44.5%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563999"/>
            <a:ext cx="2573485" cy="46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671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5. 电动船舶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3671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41.7%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72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</a:defRPr>
            </a:pPr>
            <a:r>
              <a:t>Market Share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0" y="1260000"/>
            <a:ext cx="3784937" cy="46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2000" y="136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1. 电动汽车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20000" y="13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61.33%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1835999"/>
            <a:ext cx="1782308" cy="46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000" y="1943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2. 电动货卡车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0000" y="1943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28.88%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2411999"/>
            <a:ext cx="424594" cy="46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2000" y="2519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3. 电芯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0000" y="2519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6.88%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2987999"/>
            <a:ext cx="52457" cy="46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2000" y="3096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4. 电动船舶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0.85%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0000" y="3563999"/>
            <a:ext cx="35794" cy="46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2000" y="3671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5. 工商储能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0000" y="3671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0.58%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Annual Trend | 年度趨勢 (Billion RMB)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827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3366"/>
                </a:solidFill>
              </a:defRPr>
            </a:pPr>
            <a:r>
              <a:t>■ 电动汽车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0" y="827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99FF"/>
                </a:solidFill>
              </a:defRPr>
            </a:pPr>
            <a:r>
              <a:t>■ 电动货卡车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15999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Market Scale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-2816999"/>
            <a:ext cx="432000" cy="7857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999" y="-3999600"/>
            <a:ext cx="432000" cy="9039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64000" y="-5374440"/>
            <a:ext cx="432000" cy="104144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6000" y="-7146720"/>
            <a:ext cx="432000" cy="12186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08000" y="-9624240"/>
            <a:ext cx="432000" cy="14664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9999" y="-11896560"/>
            <a:ext cx="432000" cy="16936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2000" y="2577600"/>
            <a:ext cx="432000" cy="24624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24000" y="1763280"/>
            <a:ext cx="432000" cy="327672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96000" y="673560"/>
            <a:ext cx="432000" cy="436644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7999" y="-813600"/>
            <a:ext cx="432000" cy="58536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9999" y="-2585880"/>
            <a:ext cx="432000" cy="762588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12000" y="-4852800"/>
            <a:ext cx="432000" cy="98928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000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7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9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1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3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5999" y="522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2030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Segment Analysis | 細分市場分析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EV | 電動汽車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080000"/>
            <a:ext cx="3600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88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5Y Total: 65,831B | CAGR: 16.6%</a:t>
            </a:r>
            <a:br/>
            <a:r>
              <a:t>2030: 15,682B (from 7,275B)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7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Truck | 電動貨卡車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0" y="1080000"/>
            <a:ext cx="3600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0" y="1188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5Y Total: 30,997B | CAGR: 32.1%</a:t>
            </a:r>
            <a:br/>
            <a:r>
              <a:t>2030: 9,160B (from 2,280B)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0" y="7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</a:defRPr>
            </a:pPr>
            <a:r>
              <a:t>Emerging | 新興市場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0" y="1080000"/>
            <a:ext cx="3600000" cy="1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000" y="1188000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AI储能: 63.9%</a:t>
            </a:r>
            <a:br/>
            <a:r>
              <a:t>• 家庭储能: 34.2%</a:t>
            </a:r>
            <a:br/>
            <a:r>
              <a:t>• 机器人储能: 59.1%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8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Market Comparison | 市場對比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240000"/>
            <a:ext cx="11160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3348000"/>
          <a:ext cx="111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0"/>
                <a:gridCol w="3600000"/>
                <a:gridCol w="32400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5Y Growth 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Market Scale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电动汽车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65,831B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电动货卡车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30,997B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电芯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7,382B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电动船舶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907B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工商储能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624B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Conclusion | 結論與展望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54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111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KEY INSIGHTS:</a:t>
            </a:r>
            <a:br/>
            <a:br/>
            <a:r>
              <a:t>1. EV Market Dominates</a:t>
            </a:r>
            <a:br/>
            <a:r>
              <a:t>   - 5-Year Total: 65,831 Billion RMB</a:t>
            </a:r>
            <a:br/>
            <a:r>
              <a:t>   - Share: 61.33%</a:t>
            </a:r>
            <a:br/>
            <a:r>
              <a:t>   - CAGR: 16.6%</a:t>
            </a:r>
            <a:br/>
            <a:br/>
            <a:r>
              <a:t>2. Emerging Segments Show Explosive Growth</a:t>
            </a:r>
            <a:br/>
            <a:r>
              <a:t>   - AI Storage: CAGR 63.9%</a:t>
            </a:r>
            <a:br/>
            <a:r>
              <a:t>   - Robot Storage: CAGR 59.1%</a:t>
            </a:r>
            <a:br/>
            <a:r>
              <a:t>   - Drone Storage: CAGR 56.3%</a:t>
            </a:r>
            <a:br/>
            <a:br/>
            <a:r>
              <a:t>3. Market Trends</a:t>
            </a:r>
            <a:br/>
            <a:r>
              <a:t>   - Accelerated electrification and intelligence</a:t>
            </a:r>
            <a:br/>
            <a:r>
              <a:t>   - Explosive growth in storage demand</a:t>
            </a:r>
            <a:br/>
            <a:r>
              <a:t>   - Continuous emergence of new technologies and applications</a:t>
            </a:r>
            <a:br/>
            <a:br/>
            <a:r>
              <a:t>Generated: 2026-04-06 21:10:15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60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感謝聆聽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30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