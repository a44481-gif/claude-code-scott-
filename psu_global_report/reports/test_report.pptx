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全球電商平台電源供應器（PSU）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009688"/>
                </a:solidFill>
              </a:rPr>
              <a:t>每日市場分析報告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📅 2026-04-05  |  🌐 覆蓋 35+ 全球電商平台  |  📊 4 個商品數據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DEFB"/>
                </a:solidFill>
              </a:rPr>
              <a:t>報告生成時間：2026-04-05 23:57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</a:rPr>
              <a:t>📋 報告目錄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🌍 全球數據概覽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36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收集商品總數、覆蓋地區與平台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🗺️ 地區市場分析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北美/歐洲/俄羅斯/亞洲/南美/中東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883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🏷️ 品牌競爭分析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35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華碩/技嘉/微星/海盗船/海韻等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381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381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🛒 平台對比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8561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各平台價格水平與產品豐富度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87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⚡ 瓦數與認證分析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主流瓦數段與 80+ 認證分佈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🤖 AI 市場洞察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MiniMax AI 分析關鍵結論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87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875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</a:rPr>
              <a:t>📌 總結與建議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市場洞察與策略建議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🌍 全球數據概覽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總商品數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覆蓋地區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覆蓋平台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005840"/>
            <a:ext cx="2651760" cy="1371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09728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$127.5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均價(USD)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</a:rPr>
              <a:t>📍 各地區分佈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亞洲 (3個, 75.0%)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0175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017520"/>
            <a:ext cx="75438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北美 (1個, 25.0%)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4290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429000"/>
            <a:ext cx="25146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🗺️ 地區市場分析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🌎 北美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US, Newegg, Best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北美消費者偏好高瓦數（750W+），80+ Gold/Platinum 為主流，性價比意識強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🇪🇺 歐洲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DE/UK, MediaMarkt, Saturn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環保意識高，80+ Gold 以上為標配，德系品牌（be quiet!）強勢，價格偏高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🇷🇺 俄羅斯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Wildberries, Ozon, Yandex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81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价格敏感度高，本地品牌，性價比優先，PSU 瓦數偏低（450-650W）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496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🇨🇳 中國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807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京東, 天貓, 淘寶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0815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全球最大 PSU 市场，品牌競爭激烈，價格區間最廣（¥100-¥2000+）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🇹🇼 台灣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PChome, Momo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PChome 24h 為主战场，品牌齊全，價格與中國接近，用戶注重CP值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913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🇯🇵 日本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Amazon JP, Rakuten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對品質要求高，全模組產品受歡迎，海韻 Seasonic 口碑佳，價格區間中高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5780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330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🇰🇷 韓國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Gmarket, Coupang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16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Gmarket 為主，需韓文關鍵字優化，本地化品牌偏好強，Corsair 強勢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5669280" cy="1325880"/>
          </a:xfrm>
          <a:prstGeom prst="rect">
            <a:avLst/>
          </a:prstGeom>
          <a:solidFill>
            <a:srgbClr val="F5F6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330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</a:rPr>
              <a:t>🇮🇳 印度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641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Flipkart, Amazon.in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9161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價格為最敏感因素，基礎款暢銷，Flipkart 低價策略明顯，INR 3000-5000 為主流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🏷️ 品牌競爭分析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華碩（ASUS） (1個, 25.0%)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2514600" cy="320040"/>
          </a:xfrm>
          <a:prstGeom prst="rect">
            <a:avLst/>
          </a:prstGeom>
          <a:solidFill>
            <a:srgbClr val="00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海盜船（Corsair） (1個, 25.0%)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0020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00200"/>
            <a:ext cx="251460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微星（MSI） (1個, 25.0%)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01168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2514600" cy="320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海韻（Seasonic） (1個, 25.0%)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42316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423160"/>
            <a:ext cx="251460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🛒 平台對比分析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各平台商品數量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京東 (1)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251460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US (1)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47088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47088"/>
            <a:ext cx="251460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PChome 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231136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31136"/>
            <a:ext cx="251460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151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Amazon JP 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15184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615184"/>
            <a:ext cx="251460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主要平台特點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京東/天貓（中國）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覆蓋最廣，價格區間最大，品牌最齊全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76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Amazon（全球）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68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各站點覆盖广，價格透明，评论数据丰富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895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PChome/Momo（台灣）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82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發貨快速，品牌齊全，中文界面友好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02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Newegg（北美）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953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專業 DIY 用戶首選，規格齊全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159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Mercado Libre（南美）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085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覆蓋多國，物流分散，價格含運費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• Noon（中東）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218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新品平台為主，國際品牌多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⚡ 瓦數與認證分析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熱門瓦數分佈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850W (4個)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1005840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全球瓦數趨勢觀察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850W-1000W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全球主流高端，RTX 4090/4080 帶動需求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21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750W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95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北美/歐洲主流，性價比最高的旗艦級門票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797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650W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54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亞洲/新興市場主流，主流遊戲配置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38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550W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7124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基礎入門，全球通用，價格競爭激烈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965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1000W+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3708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歐美專業用戶/工作站，份額小但增長快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54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80+ 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0291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全球最普及標準，性價比最優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41324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▸ 80+ Platinum+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68756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  歐美高端，商用水冷/旗艦配置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🤖 AI 市場洞察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BDEFB"/>
                </a:solidFill>
              </a:rPr>
              <a:t>2026-04-05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# 測試報告
分析內容...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📌 總結與建議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全球覆蓋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今日收集涵蓋 2 個地區、4 個平台的 4 個 PSU 商品數據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市場格局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北美/歐洲市場以 850W 80+ Gold 為主流，亞洲市場瓦數多樣，俄羅斯/南美偏向基礎款，價格差異顯著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品牌態勢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華碩/微星/技嘉覆蓋最廣，海盜船在歐美強勢，海韻在日本口碑佳，DeepCool/Lian Li 在亞洲市場滲透率提升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區域機會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台灣 PChome 24h 為核心入口，建議強化日文/韓文關鍵字優化，印度市場需價格下探至 INR 3000 以内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</a:rPr>
              <a:t>▶ 行動建議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1) 持續監控京東/天貓價格波動  2) 針對台灣/日本市場推出中高瓦數產品  3) 佈局印度低價位段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DEFB"/>
                </a:solidFill>
              </a:rPr>
              <a:t>報告生成時間：2026-04-05 23:57  |  Powered by Claude Code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