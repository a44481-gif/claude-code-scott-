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全球電商平台電源供應器（PSU）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009688"/>
                </a:solidFill>
              </a:rPr>
              <a:t>每日市場分析報告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📅 2026-04-06  |  🌐 覆蓋 35+ 全球電商平台  |  📊 105 個商品數據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DEFB"/>
                </a:solidFill>
              </a:rPr>
              <a:t>報告生成時間：2026-04-06 21:27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</a:rPr>
              <a:t>📋 報告目錄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🌍 全球數據概覽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36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收集商品總數、覆蓋地區與平台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38528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🗺️ 地區市場分析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北美/歐洲/俄羅斯/亞洲/南美/中東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88336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883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🏷️ 品牌競爭分析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35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華碩/技嘉/微星/海盗船/海韻等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38144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381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🛒 平台對比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8561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各平台價格水平與產品豐富度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⚡ 瓦數與認證分析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主流瓦數段與 80+ 認證分佈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59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377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🤖 AI 市場洞察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8523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MiniMax AI 分析關鍵結論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87568"/>
            <a:ext cx="5486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87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875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📌 總結與建議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市場洞察與策略建議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🌍 全球數據概覽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總商品數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覆蓋地區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覆蓋平台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005840"/>
            <a:ext cx="2651760" cy="1371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$192.7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均價(USD)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</a:rPr>
              <a:t>📍 各地區分佈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亞洲 (33個, 31.4%)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0175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017520"/>
            <a:ext cx="3161211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東南亞 (21個, 20.0%)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4290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429000"/>
            <a:ext cx="201168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北美 (15個, 14.3%)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8404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840480"/>
            <a:ext cx="1436914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51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歐洲 (12個, 11.4%)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2519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4251960"/>
            <a:ext cx="1149531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663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俄羅斯 (9個, 8.6%)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634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4663440"/>
            <a:ext cx="862148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749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南美 (9個, 8.6%)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0749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5074920"/>
            <a:ext cx="862148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4864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中東 (6個, 5.7%)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4864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5486400"/>
            <a:ext cx="574765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🗺️ 地區市場分析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🌎 北美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US, Newegg, Best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北美消費者偏好高瓦數（750W+），80+ Gold/Platinum 為主流，性價比意識強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🇪🇺 歐洲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DE/UK, MediaMarkt, Saturn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環保意識高，80+ Gold 以上為標配，德系品牌（be quiet!）強勢，價格偏高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🇷🇺 俄羅斯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Wildberries, Ozon, Yandex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81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价格敏感度高，本地品牌，性價比優先，PSU 瓦數偏低（450-650W）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🇨🇳 中國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京東, 天貓, 淘寶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081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全球最大 PSU 市场，品牌競爭激烈，價格區間最廣（¥100-¥2000+）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🇹🇼 台灣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PChome, Momo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PChome 24h 為主战场，品牌齊全，價格與中國接近，用戶注重CP值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🇯🇵 日本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JP, Rakuten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對品質要求高，全模組產品受歡迎，海韻 Seasonic 口碑佳，價格區間中高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5780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330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🇰🇷 韓國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Gmarket, Coupang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16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Gmarket 為主，需韓文關鍵字優化，本地化品牌偏好強，Corsair 強勢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330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🇮🇳 印度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Flipkart, Amazon.in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916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價格為最敏感因素，基礎款暢銷，Flipkart 低價策略明顯，INR 3000-5000 為主流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🏷️ 品牌競爭分析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海韻（Seasonic） (17個, 16.2%)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162850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微星（MSI） (13個, 12.4%)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002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00200"/>
            <a:ext cx="1245325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酷冷至尊（Cooler Master） (12個, 11.4%)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0116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1149531" cy="320040"/>
          </a:xfrm>
          <a:prstGeom prst="rect">
            <a:avLst/>
          </a:prstGeom>
          <a:solidFill>
            <a:srgbClr val="00A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技嘉（GIGABYTE） (11個, 10.5%)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4231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423160"/>
            <a:ext cx="1053737" cy="320040"/>
          </a:xfrm>
          <a:prstGeom prst="rect">
            <a:avLst/>
          </a:prstGeom>
          <a:solidFill>
            <a:srgbClr val="E1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九州風神（DeepCool） (10個, 9.5%)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8346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957942" cy="3200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安鈦克（Antec） (10個, 9.5%)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2461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246120"/>
            <a:ext cx="957942" cy="3200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BQT (9個, 8.6%)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6576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862148" cy="320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華碩（ASUS） (8個, 7.6%)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0690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4069080"/>
            <a:ext cx="766354" cy="320040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海盜船（Corsair） (8個, 7.6%)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4805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480560"/>
            <a:ext cx="766354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聯力（Lian Li） (7個, 6.7%)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892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4892040"/>
            <a:ext cx="67056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🛒 平台對比分析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各平台商品數量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US (3)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Newegg (3)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4708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47088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Best Buy US 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23113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31136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Canada (3)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1518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615184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Best Buy Canada (3)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99232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999232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DE (3)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383279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383279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7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UK (3)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6732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767328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51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MediaMarkt (3)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15137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151376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354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Saturn (3)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53542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4535424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1947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Ozon (3)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919472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4919472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Wildberries (3)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3035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5303520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6875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Yandex Market (3)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568756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5687568"/>
            <a:ext cx="28738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主要平台特點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京東/天貓（中國）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覆蓋最廣，價格區間最大，品牌最齊全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2176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Amazon（全球）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468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各站點覆盖广，價格透明，评论数据丰富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28895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PChome/Momo（台灣）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182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發貨快速，品牌齊全，中文界面友好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602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Newegg（北美）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8953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專業 DIY 用戶首選，規格齊全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Mercado Libre（南美）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6085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覆蓋多國，物流分散，價格含運費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Noon（中東）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3218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新品平台為主，國際品牌多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⚡ 瓦數與認證分析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熱門瓦數分佈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1600W (18個)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1724297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750W (17個)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4708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47088"/>
            <a:ext cx="1628502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650W (14個)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23113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31136"/>
            <a:ext cx="134112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550W (14個)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1518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615184"/>
            <a:ext cx="134112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450W (13個)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99232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999232"/>
            <a:ext cx="1245325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1000W (12個)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383279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383279"/>
            <a:ext cx="1149531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7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1200W (9個)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6732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767328"/>
            <a:ext cx="862148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51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850W (8個)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15137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151376"/>
            <a:ext cx="766354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全球瓦數趨勢觀察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850W-1000W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全球主流高端，RTX 4090/4080 帶動需求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21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750W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395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北美/歐洲主流，性價比最高的旗艦級門票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7797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650W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054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亞洲/新興市場主流，主流遊戲配置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438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550W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124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基礎入門，全球通用，價格競爭激烈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0965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1000W+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3708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歐美專業用戶/工作站，份額小但增長快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54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80+ Gold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0291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全球最普及標準，性價比最優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41324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80+ Platinum+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68756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歐美高端，商用水冷/旗艦配置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🤖 AI 市場洞察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📍 各地區覆蓋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🏷️ 各品牌覆蓋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🛒 各平台覆蓋（TOP 15）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⚡ 熱門瓦數分布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💰 價格概況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🔖 80+ 認證分布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📌 總結與建議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全球覆蓋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今日收集涵蓋 7 個地區、35 個平台的 105 個 PSU 商品數據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市場格局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北美/歐洲市場以 850W 80+ Gold 為主流，亞洲市場瓦數多樣，俄羅斯/南美偏向基礎款，價格差異顯著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品牌態勢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華碩/微星/技嘉覆蓋最廣，海盜船在歐美強勢，海韻在日本口碑佳，DeepCool/Lian Li 在亞洲市場滲透率提升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區域機會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台灣 PChome 24h 為核心入口，建議強化日文/韓文關鍵字優化，印度市場需價格下探至 INR 3000 以内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行動建議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1) 持續監控京東/天貓價格波動  2) 針對台灣/日本市場推出中高瓦數產品  3) 佈局印度低價位段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EFB"/>
                </a:solidFill>
              </a:rPr>
              <a:t>報告生成時間：2026-04-06 21:27  |  Powered by Claude Code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