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0"/>
            <a:ext cx="11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3366"/>
                </a:solidFill>
              </a:defRPr>
            </a:pPr>
            <a:r>
              <a:t>Global Energy Storage Market</a:t>
            </a:r>
            <a:br/>
            <a:r>
              <a:t>Analysis Report 2025-2030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240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11 Segments | 0 Billion RMB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2026-04-06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Executive Summary | 執行摘要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54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0" y="630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111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Analysis Scope: Global Energy Storage &amp; New Energy Market (2025-2030)</a:t>
            </a:r>
            <a:br/>
            <a:r>
              <a:t>Coverage: 0 Market Segments</a:t>
            </a:r>
            <a:br/>
            <a:br/>
            <a:r>
              <a:t>KEY FINDINGS:</a:t>
            </a:r>
            <a:br/>
            <a:br/>
            <a:r>
              <a:t>Market Scale:</a:t>
            </a:r>
            <a:br/>
            <a:r>
              <a:t>  - 5-Year Total: 0 Billion RMB</a:t>
            </a:r>
            <a:br/>
            <a:r>
              <a:t>  - 2030 Projected: 0 Billion RMB</a:t>
            </a:r>
            <a:br/>
            <a:br/>
            <a:r>
              <a:t>Fastest Growing (CAGR):</a:t>
            </a:r>
            <a:br/>
            <a:r>
              <a:t>  - AI Storage: 63.9%</a:t>
            </a:r>
            <a:br/>
            <a:r>
              <a:t>  - Robot Storage: 59.1%</a:t>
            </a:r>
            <a:br/>
            <a:r>
              <a:t>  - Drone Storage: 56.3%</a:t>
            </a:r>
            <a:br/>
            <a:br/>
            <a:r>
              <a:t>Largest Market:</a:t>
            </a:r>
            <a:br/>
            <a:r>
              <a:t>  - EV: 0 Billion RMB (0%)</a:t>
            </a:r>
            <a:br/>
            <a:br/>
            <a:r>
              <a:t>Data Sources: BloombergNEF / GGII / SNE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Market Overview | 市場總覽 (Billion RMB)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54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0" y="630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3 /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0000" y="720000"/>
          <a:ext cx="11340000" cy="5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1800000"/>
                <a:gridCol w="1800000"/>
                <a:gridCol w="1620000"/>
                <a:gridCol w="1800000"/>
                <a:gridCol w="1800000"/>
                <a:gridCol w="1620000"/>
              </a:tblGrid>
              <a:tr h="540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5Y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CAGR%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2030 Scale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Share%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Growth Ranking | 增速排名 (CAGR 2025-2030)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54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0" y="630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4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99"/>
                </a:solidFill>
              </a:defRPr>
            </a:pPr>
            <a:r>
              <a:t>Fastest Growing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0" y="72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99"/>
                </a:solidFill>
              </a:defRPr>
            </a:pPr>
            <a:r>
              <a:t>Market Share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Annual Trend | 年度趨勢 (Billion RMB)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54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0" y="630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15999"/>
            <a:ext cx="10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Market Scale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6000" y="5220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7999" y="5220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79999" y="5220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1999" y="5220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2028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999" y="5220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2029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5999" y="5220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2030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Segment Analysis | 細分市場分析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54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0" y="630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6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28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Market Comparison | 市場對比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3240000"/>
            <a:ext cx="11160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3348000"/>
          <a:ext cx="1116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0"/>
                <a:gridCol w="3600000"/>
                <a:gridCol w="3240000"/>
              </a:tblGrid>
              <a:tr h="180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5Y Growth Rate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Market Scale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Conclusion | 結論與展望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54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0" y="630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111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KEY INSIGHTS:</a:t>
            </a:r>
            <a:br/>
            <a:br/>
            <a:r>
              <a:t>1. EV Market Dominates</a:t>
            </a:r>
            <a:br/>
            <a:r>
              <a:t>   - 5-Year Total: 0 Billion RMB</a:t>
            </a:r>
            <a:br/>
            <a:r>
              <a:t>   - Share: 0%</a:t>
            </a:r>
            <a:br/>
            <a:r>
              <a:t>   - CAGR: 0%</a:t>
            </a:r>
            <a:br/>
            <a:br/>
            <a:r>
              <a:t>2. Emerging Segments Show Explosive Growth</a:t>
            </a:r>
            <a:br/>
            <a:r>
              <a:t>   - AI Storage: CAGR 0%</a:t>
            </a:r>
            <a:br/>
            <a:r>
              <a:t>   - Robot Storage: CAGR 0%</a:t>
            </a:r>
            <a:br/>
            <a:r>
              <a:t>   - Drone Storage: CAGR 0%</a:t>
            </a:r>
            <a:br/>
            <a:br/>
            <a:r>
              <a:t>3. Market Trends</a:t>
            </a:r>
            <a:br/>
            <a:r>
              <a:t>   - Accelerated electrification and intelligence</a:t>
            </a:r>
            <a:br/>
            <a:r>
              <a:t>   - Explosive growth in storage demand</a:t>
            </a:r>
            <a:br/>
            <a:r>
              <a:t>   - Continuous emergence of new technologies and applications</a:t>
            </a:r>
            <a:br/>
            <a:br/>
            <a:r>
              <a:t>Generated: 2026-04-06 22:19:41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0"/>
            <a:ext cx="11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600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</a:defRPr>
            </a:pPr>
            <a:r>
              <a:t>感謝聆聽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30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