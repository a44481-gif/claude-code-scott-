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38928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48656"/>
            <a:ext cx="9144000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58384"/>
            <a:ext cx="9144000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0F2F5"/>
                </a:solidFill>
              </a:defRPr>
            </a:pPr>
            <a:r>
              <a:t>MARKET ANALYSIS REPORT  |  2026年4月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全球PD大電流適配器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集成技術市場分析</a:t>
            </a:r>
          </a:p>
          <a:p>
            <a:pPr>
              <a:defRPr sz="3800" b="1">
                <a:solidFill>
                  <a:srgbClr val="E94560"/>
                </a:solidFill>
              </a:defRPr>
            </a:pPr>
            <a:r>
              <a:t>2025-2030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2F5"/>
                </a:solidFill>
              </a:defRPr>
            </a:pPr>
            <a:r>
              <a:t>芯片級集成  ·  GaN/SiC合封  ·  系統級SoC  ·  商業價值落地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報告版本：v1.0  |  機密文件  |  僅供內部參考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執行摘要 — 核心指標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2468880" y="1371600"/>
            <a:ext cx="2560320" cy="18288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24688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$142億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4688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2025市場規模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4688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USD Billion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2560320" cy="1828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$287億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2030市場規模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CAGR 15.2%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$1,314億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累計市場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2025-2030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7160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GaN滲透率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2030年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560320" cy="1828800"/>
          </a:xfrm>
          <a:prstGeom prst="roundRect">
            <a:avLst/>
          </a:prstGeom>
          <a:solidFill>
            <a:srgbClr val="0F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240W段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最快增速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CAGR 32.4%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執行摘要 — 核心結論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GaN集成技術是最大增長驅動力：滲透率 45%(2025) → 92%(2030)，CAGR 15.2%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140W+功率段增速最快 (CAGR 28.7%)，AI PC/遊戲本為核心增長引擎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中國廠商快速崛起：南芯/智融/東科已具備挑戰國際大廠能力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車載/新能源為最高毛利細分市場 (CAGR 38%)，AEC-Q100認證形成天然壁壘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芯片廠商拿走價值鏈50%+毛利，為整條價值鏈最肥環節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投資建議：超配GaN集成芯片廠商 + 140W以上功率段 + 中國SoC廠商IPO前布局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市場邊界定義 — 功率區間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標準協議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電流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典型應用場景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PD3.0 PPS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3A / 5A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主流筆電 / 智能手機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PD3.0 EPR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旗艦筆電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EPR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 PC / 遊戲本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EPR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工作站 / 車載 / 工業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全球市場規模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1028700" y="1371600"/>
            <a:ext cx="2560320" cy="18288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02870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$14.2B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0287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2025年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02870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485M 出貨量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1660" y="1371600"/>
            <a:ext cx="2560320" cy="1828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166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$28.7B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16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2030年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166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978M 出貨量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2020" y="1371600"/>
            <a:ext cx="2560320" cy="1828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202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15.2%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02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02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6年複合增長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2380" y="137160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2380" y="16002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$1,314億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23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累計總量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238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DDDDDD"/>
                </a:solidFill>
              </a:defRPr>
            </a:pPr>
            <a:r>
              <a:t>USD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全球市場規模詳情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市場規模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出貨量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集成滲透率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同比增速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$14.2B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485M件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$17.1B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572M件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+20.4%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$20.6B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672M件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+20.5%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$24.0B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778M件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+16.5%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$26.8B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878M件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$28.7B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978M件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+7.1%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功率結構演變 (2025 vs 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$7.38B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$10.05B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$3.98B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$8.61B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$1.70B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$5.74B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$1.14B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$4.31B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32.4%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區域市場格局 (2025 vs 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地區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2025份額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關鍵驅動因素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UFCS強制認證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北美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AI設備普及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歐洲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USB-C強制令執法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東南亞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製造業轉移、收入提升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日韓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成熟市場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集成技術滲透率路線圖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GaN集成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SiC採用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單芯片方案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數字控制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AI自適應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芯片級集成方案對比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架構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效率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BOM指數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GaN集成 PowiGaN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Power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 HEMT+控制器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Navitas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PFC+LLC單芯片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PI, ON Semi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SiC MOSFET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Wolfspeed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早期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協議SoC+GaN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南芯, Richtek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關鍵芯片方案深度分析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Power Integrations InnoSwitch4 (PowiGaN)：功率最高220W, 效率&gt;95%, 旗艦筆電標配，代表客戶Dell/HP/ASUS ROG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Navitas GaNSense：1000+ GaN專利, 首創感測保護, 手機/筆電高端市場，代表客戶Samsung/小米/OPPO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東科 DK8607 (ACF單芯片)：最高120W, 性價比最強, 中國消費市場，代表客戶Anker/倍思/品勝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南芯 SC9712 (協議+DC-DC一體化)：最高140W, PD3.1+UFCS雙協議, 多口充电器, 已達國際領先水平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 UCC29950 (全數字控制)：最高240W, 最智能控制, 車載/醫療/工作站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技術路線圖 (2025-2030)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開關頻率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協議標準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PFC+LLC 雙芯片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200-500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20-25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+ UFCS興起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GaN合封主流化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500-1000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25-32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PD3.1 + UFCS強制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單芯片GaN SoC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1000-2000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32-40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多協議融合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全數字單芯片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2000-3000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40-50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AI感知功率分配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GaN+SiC混合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3000-5000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50-60 W/in³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預測性功率管理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單片GaN SoC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5000-10000 kHz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60-80 W/in³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傳感器+控制一體化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第三章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競爭格局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國際廠商競爭格局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核心技術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代表產品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目標市場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Power Integrations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GaN/SiC合封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InnoSwitch4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旗艦/工業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GaN+SiC雙平台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CoolMOS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工業/汽車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Navitas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 Power 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高端充电器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數字電源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UCD系列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廣泛市場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ON Semi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MOSFET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Nexperia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成本敏感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中國廠商快速崛起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市場份額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核心技術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代表產品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目標市場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南芯半導體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協議+GaN SoC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SC9712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手機/筆電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智融科技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多口協議IC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SW35xx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充電寶/充电器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東科半導體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GaN控制,ACF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DK8607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消費適配器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英集芯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協議IC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IP2188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消費適配器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杰華特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數字LLC/PFC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JW72xx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工業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終端應用需求分析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功率(W)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關鍵需求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代表廠商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AI PC/筆電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140-240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超薄,多口,96%+效率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Apple,Dell,HP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遊戲設備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120-320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高穩定性,低噪聲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Sony,Microsoft,Valve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旗艦手機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100-150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迷你化,UFCS+PD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Samsung,小米,OPPO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汽車IVI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45-120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AEC-Q,寬溫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Tesla,比亞迪,NIO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戶外儲能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100-240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便攜,大容量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Jackery,EcoFlow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BOM成本與毛利分析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627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離散BOM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集成BOM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節省比例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零售價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毛利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25W-45W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$5.20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65W-100W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$11.50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$8.80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100W-140W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$18.20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$14.50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140W-240W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$28.50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$22.00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$48.00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$38.00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$160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挑戰與風險評估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GaN良率與成本：投資8寸GaN晶圓是關鍵制約，滲透速度放緩風險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中國廠商價格戰：全行業毛利侵蝕，需聚焦差異化（車規/工業/特殊協議）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地緣政治風險：中美科技脫鉤影響供應鏈，優先配置中國本土廠商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專利壁壘：Navitas 1000+專利, PI 800+專利，形成強技術護城河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熱管理瓶頸：100W+設計關鍵挑戰，先進封裝是核心解決方案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認證週期：車規/醫療18-24個月認證，形成天然時間壁壘保護毛利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投資建議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1 — 超配：Navitas Semiconductor (GaN集成最強, AI PC受益者, PS 8-12x)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1 — 超配：南芯半導體 (中國SoC領導者, UFCS+PD3.1雙協議, Pre-IPO)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2 — 配置：Power Integrations (穩定盈利, 旗艦定位, PE 25-30x)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2 — 配置：智融科技 (多口市場領導者, Pre-IPO)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Tier 3 — 長期：汽車PD芯片 (高壁壘, 高回報, AEC-Q100認證護城河)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功率段選擇：優先140W+高增速段 (CAGR 28.7%)，避免65W紅海價格戰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商業建議總結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1. 現在布局GaN集成芯片：技術窗口2025-2027，錯過再等5年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2. 聚焦140W+功率段：CAGR 28.7%藍海市場，車載/工業，毛利率達62%+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3. 中國市場戰略性優先：UFCS強制推行，本土芯片廠商爆發窗口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4. 切入路徑：消費電子積累規模 → 多口桌面充电器提升毛利 → 汽車電子建立壁壘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5. 風險對策：差異化避開價格戰、交叉授權繞過專利、中國廠商贴近供應鏈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附錄 — 法規標準參考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841248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05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標準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應用場景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關鍵要求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USB PD 3.1 EPR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通用充電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全球主流標準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UFCS 1.0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中國市場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240W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強制認證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IEC 60601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醫療設備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3rd Edition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安全標準,2xMOPP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ISO 26262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汽車電子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ASIL B/C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功能安全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AEC-Q100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汽車電子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Grade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可靠性標準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EU USB-C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歐洲強制令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2024/2026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執法時間線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附錄 — 專業術語表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GaN (氮化鎵)：寬禁帶半導體，功率應用下一代材料，效率比矽高50%，滲透率從45%升至90%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ACF (有源鉗位反激)：開關電源拓撲結構，實現軟開關，東科DK8607為中國ACF最強代表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SoC (系統級芯片)：高集成半導體方案，PFC+控制器+GaN一體化，南芯SC9712已達國際領先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EPR (擴展功率範圍)：USB PD3.1高功率規範，支持240W，AI PC標配接口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UFCS (融合快充)：中國統一快充標準，強制認證，國產芯片最大爆發機會窗口</a:t>
            </a:r>
          </a:p>
          <a:p>
            <a:pPr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  BOM (物料清單)：集成方案比離散方案節省BOM成本20-23%，毛利提升10-15個百分點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謝謝</a:t>
            </a:r>
          </a:p>
          <a:p>
            <a:pPr algn="ctr">
              <a:defRPr sz="1600">
                <a:solidFill>
                  <a:srgbClr val="F0F2F5"/>
                </a:solidFill>
              </a:defRPr>
            </a:pPr>
            <a:r>
              <a:t>PD High-Current Adapter Market Analysis 2025-2030</a:t>
            </a:r>
          </a:p>
          <a:p>
            <a:br/>
            <a:pPr algn="ctr">
              <a:defRPr sz="1000">
                <a:solidFill>
                  <a:srgbClr val="888888"/>
                </a:solidFill>
              </a:defRPr>
            </a:pPr>
            <a:r>
              <a:t>本報告僅供內部參考  |  數據截止2026年4月  |  投資決策需自行判斷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Microsoft Jheng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Microsoft JhengHei"/>
              </a:rPr>
              <a:t>風險對策矩陣與緩解策略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8138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風險類型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風險等級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對策建議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專利壁壘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交叉授權、差異化技術路線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價格內捲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聚焦高端市場、建立品牌壁壘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地緣政治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供應鏈多元化、中國市場深耕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GaN良率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與成熟代工廠合作、分階段量產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熱管理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提前佈局散熱技術專利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solidFill>
            <a:srgbClr val="1E222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FF"/>
                </a:solidFill>
                <a:latin typeface="Microsoft JhengHei"/>
              </a:rPr>
              <a:t>緩解策略：多元化供應鏈  |  差異化產品  |  專利佈局  |  客戶粘性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icrosoft JhengHei"/>
              </a:rPr>
              <a:t>建議每季度更新風險評估，及時調整應對策略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6400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Microsoft JhengHe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Microsoft JhengHei"/>
              </a:rPr>
              <a:t>數據附錄 / Q&amp;A / 聯絡資訊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6FEF"/>
                </a:solidFill>
                <a:latin typeface="Microsoft JhengHei"/>
              </a:rPr>
              <a:t>法規標準參考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標準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適用範圍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備註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USB PD3.1 EPR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通用充電 240W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主流標準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UFCS 1.0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中國市場 240W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強制認證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IEC60601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醫療設備安全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第3版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ISO26262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汽車功能安全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ASIL B/C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AEC-Q100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汽車電子可靠性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  <a:latin typeface="Microsoft JhengHei"/>
                        </a:defRPr>
                      </a:pPr>
                      <a:r>
                        <a:t>Grade 1</a:t>
                      </a:r>
                    </a:p>
                  </a:txBody>
                  <a:tcPr>
                    <a:solidFill>
                      <a:srgbClr val="1E222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Microsoft JhengHei"/>
              </a:rPr>
              <a:t>術語表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Microsoft JhengHei"/>
              </a:rPr>
              <a:t>GaN 氮化鎵  |  ACF 主動鉗位反激  |  SoC 系統級晶片  |  BOM 物料清單  |  EPR 拓展功率範圍  |  UFCS 融合快充標準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576072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FEF"/>
                </a:solidFill>
                <a:latin typeface="Microsoft JhengHei"/>
              </a:rPr>
              <a:t>對外聯絡窗口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06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6FC"/>
                </a:solidFill>
                <a:latin typeface="Microsoft JhengHei"/>
              </a:rPr>
              <a:t>業務聯繫  Scott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  <a:latin typeface="Microsoft JhengHei"/>
              </a:rPr>
              <a:t>scott365888@gmail.com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  <a:latin typeface="Microsoft JhengHei"/>
              </a:rPr>
              <a:t>微信: PTS9800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11430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4805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  <a:latin typeface="Microsoft JhengHei"/>
              </a:rPr>
              <a:t>Q &amp;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6FC"/>
                </a:solidFill>
                <a:latin typeface="Microsoft JhengHei"/>
              </a:rPr>
              <a:t>歡迎提問與商務洽談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Microsoft JhengHei"/>
              </a:rPr>
              <a:t>完整數據附錄見 Excel 數據文件 pd_market_data.xlsx 及 HTML 研究報告 PD_Adapter_Market_Analysis_Report_FULL.html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Microsoft JhengHei"/>
              </a:rPr>
              <a:t>© 2025 市場研究報告  |  轉載引用請註明出處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