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0F6FC"/>
                </a:solidFill>
              </a:rPr>
              <a:t>PD 大電流適配器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4FF"/>
                </a:solidFill>
              </a:rPr>
              <a:t>集成技術應用市場分析 2025-2030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Global PD High-Current Adapter Integration Technology Market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749039"/>
            <a:ext cx="25603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2025 市場規模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</a:rPr>
              <a:t>$142億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749039"/>
            <a:ext cx="25603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2030 市場規模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FB950"/>
                </a:solidFill>
              </a:rPr>
              <a:t>$287億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49039"/>
            <a:ext cx="25603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93D"/>
                </a:solidFill>
              </a:rPr>
              <a:t>15.2%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3749039"/>
            <a:ext cx="256032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794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功率區間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69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6FEF"/>
                </a:solidFill>
              </a:rPr>
              <a:t>65W-240W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涵蓋全球PD適配器市場從晶片設計到終端應用的完整價值鏈分析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solidFill>
            <a:srgbClr val="141923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883E"/>
                </a:solidFill>
              </a:rPr>
              <a:t>免責聲明：本報告所有數據均為估算值，僅供決策參考，不構成投資建議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免責聲明與研究方法論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Disclaimer and Research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數據來源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行業研究機構報告、上市公司公開資料、供應鏈調研、政策文件（截至2025年Q1）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54864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30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預測方法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414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供應鏈調研、終端廠商訪談、公開資料綜合分析、情景假設模型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471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估算聲明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1012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所有市場預測均為估算值（Estimated），報告不代表任何投資建議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59"/>
            <a:ext cx="112471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94759"/>
            <a:ext cx="54864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6791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核心假設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78807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全球GDP正增長；消費電子持續升級；GaN成本年均下降15-20%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11247120" cy="7498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54864" cy="7498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36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偏差說明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04748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宏觀經濟、政策變化、技術突破可能導致實際與預測存在偏差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報告版本：旗艦版 v1.0 | 2025年4月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核心發現摘要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517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2025 市場規模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$142億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65W以上PD適配器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6517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143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2030 市場規模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$287億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CAGR 15.2%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26517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出貨量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9.78億台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2025-2030 CAGR 15.0%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097280"/>
            <a:ext cx="26517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143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2030 集成滲透率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92%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8288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從2025年45%快速提升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TOP 3 市場機會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33472"/>
            <a:ext cx="3611880" cy="1143000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33472"/>
            <a:ext cx="361188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79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#1 AI PC 140W+ GaN適配器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CAGR 28.7%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186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量價齊升，GaN集成晶片最佳切入點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2633472"/>
            <a:ext cx="3611880" cy="1143000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2633472"/>
            <a:ext cx="361188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679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#2 汽車V2L 200W+ 雙向充電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2971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CAGR 38%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2186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800V平台普及，車規級PD新賽道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2633472"/>
            <a:ext cx="3611880" cy="1143000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2633472"/>
            <a:ext cx="361188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679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#3 多口桌面充 SoC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971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CAGR 30%+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2186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協議+DC-DC全整合，2026年主流形態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</a:rPr>
              <a:t>關鍵風險提示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97680"/>
            <a:ext cx="36118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297680"/>
            <a:ext cx="3611880" cy="36576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3434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專利壁壘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Navitas 1000+ / PI 800+ 專利，後進者空間持續收窄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4297680"/>
            <a:ext cx="36118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60" y="4297680"/>
            <a:ext cx="3611880" cy="36576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43434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中國廠商內捲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4340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南芯、英集芯等自2023年降價30-40%，全行業毛利中樞下移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4297680"/>
            <a:ext cx="3611880" cy="658368"/>
          </a:xfrm>
          <a:prstGeom prst="rect">
            <a:avLst/>
          </a:prstGeom>
          <a:solidFill>
            <a:srgbClr val="161B22"/>
          </a:solidFill>
          <a:ln w="63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4297680"/>
            <a:ext cx="3611880" cy="36576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43434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883E"/>
                </a:solidFill>
              </a:rPr>
              <a:t>地緣政治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5902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美國對GaN設備管制若升級，將衝擊全球供應鏈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solidFill>
            <a:srgbClr val="0F141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193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晶片廠商：搶佔UFCS+PD3.1時間窗口 | ODM：採用集成SoC降低40% PCB面積 | 投資者：首選GaN集成龍頭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執行摘要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PD 大電流適配器集成技術應用市場分析 2025-2030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市場全景：2025至2030 規模與驅動力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Market Overview and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01137"/>
            <a:ext cx="1463040" cy="168798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19425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$14.2B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2356408"/>
            <a:ext cx="1463040" cy="2032711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374696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$17.1B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940356"/>
            <a:ext cx="1463040" cy="2448763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95864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$20.6B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536191"/>
            <a:ext cx="1463040" cy="2852928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5544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$24.0B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203350"/>
            <a:ext cx="1463040" cy="3185769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122163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$26.8B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977493"/>
            <a:ext cx="1463040" cy="341162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995781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6FC"/>
                </a:solidFill>
              </a:rPr>
              <a:t>$28.7B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4348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市場規模 (億美元)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5大增長驅動力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1508760"/>
            <a:ext cx="640080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1508760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161848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#1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15453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EU統一充電接口強制令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1783080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2024/2026分階段，強制Type-C置換8億+單位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2167128"/>
            <a:ext cx="640080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2167128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2276856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22037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中國UFCS融合快充標準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4144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UFCS 240W落地，強制認證催生替換需求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2825496"/>
            <a:ext cx="640080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03520" y="2825496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2935224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#3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862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AI PC/手機功率跳升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3099815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AI終端從65W升至140-240W，壁壘顯著提高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3483864"/>
            <a:ext cx="640080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03520" y="3483864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593592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#4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520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GaN成本持續下降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758184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GaN-on-Si年均降15-20%，2027成本交叉點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4142231"/>
            <a:ext cx="6400800" cy="548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03520" y="4142231"/>
            <a:ext cx="45720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94960" y="4251959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#5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41788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電動車800V平台普及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416551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車載V2L創造車規PD新賽道，CAGR 38%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全球市場規模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PD 大電流適配器集成技術應用市場分析 2025-2030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全球市場規模與增長 2025-2030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Global Market Size and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27432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8686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市場規模</a:t>
                      </a:r>
                    </a:p>
                    <a:p>
                      <a:r>
                        <a:t>(億美元)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出貨量</a:t>
                      </a:r>
                    </a:p>
                    <a:p>
                      <a:r>
                        <a:t>(百萬台)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同比增長</a:t>
                      </a:r>
                    </a:p>
                    <a:p>
                      <a:r>
                        <a:t>(%)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集成技術</a:t>
                      </a:r>
                    </a:p>
                    <a:p>
                      <a:r>
                        <a:t>滲透率(%)</a:t>
                      </a:r>
                    </a:p>
                  </a:txBody>
                  <a:tcPr>
                    <a:solidFill>
                      <a:srgbClr val="1E6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14.2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485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17.1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572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+20.4%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20.6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+20.5%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24.0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778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+16.5%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26.8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878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+11.7%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28.7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978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+7.1%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0F6FC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關鍵里程碑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09160"/>
            <a:ext cx="361188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709160"/>
            <a:ext cx="36118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市場突破$170億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4709160"/>
            <a:ext cx="361188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4709160"/>
            <a:ext cx="3611880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出貨量超7.5億台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709160"/>
            <a:ext cx="3611880" cy="640080"/>
          </a:xfrm>
          <a:prstGeom prst="rect">
            <a:avLst/>
          </a:prstGeom>
          <a:solidFill>
            <a:srgbClr val="161B22"/>
          </a:solidFill>
          <a:ln w="6350">
            <a:solidFill>
              <a:srgbClr val="1E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709160"/>
            <a:ext cx="3611880" cy="45720"/>
          </a:xfrm>
          <a:prstGeom prst="rect">
            <a:avLst/>
          </a:prstGeom>
          <a:solidFill>
            <a:srgbClr val="1E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4754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FEF"/>
                </a:solidFill>
              </a:rPr>
              <a:t>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集成滲透率達92%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2025-2030累計市場規模：$142億美元 | CAGR：15.2% | 6年再造一個2025年市場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A0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全球市場規模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PD 大電流適配器集成技術應用市場分析 2025-2030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