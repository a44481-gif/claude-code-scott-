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000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全球儲能及新能源關聯市場</a:t>
            </a:r>
            <a:br/>
            <a:r>
              <a:t>經濟規模分析報告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2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2025-2030 | 11大賽道 | 市場規模分析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執行摘要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 /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2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分析範圍：全球儲能及新能源關聯市場（2025-2030）</a:t>
            </a:r>
            <a:br/>
            <a:r>
              <a:t>覆蓋賽道：11 大賽道</a:t>
            </a:r>
            <a:br/>
            <a:br/>
            <a:r>
              <a:t>【核心結論】</a:t>
            </a:r>
            <a:br/>
            <a:br/>
            <a:r>
              <a:t>▸ 市場總規模</a:t>
            </a:r>
            <a:br/>
            <a:r>
              <a:t>  • 11大賽道5年累計：107,343 億元</a:t>
            </a:r>
            <a:br/>
            <a:r>
              <a:t>  • 2030年預計規模：27,975 億元</a:t>
            </a:r>
            <a:br/>
            <a:br/>
            <a:r>
              <a:t>▸ 增速最快的賽道</a:t>
            </a:r>
            <a:br/>
            <a:r>
              <a:t>  • AI儲能 (CAGR 63.9%)</a:t>
            </a:r>
            <a:br/>
            <a:r>
              <a:t>  • 機器人儲能 (CAGR 59.1%)</a:t>
            </a:r>
            <a:br/>
            <a:r>
              <a:t>  • 無人機儲能 (CAGR 56.3%)</a:t>
            </a:r>
            <a:br/>
            <a:br/>
            <a:r>
              <a:t>▸ 規模最大的賽道</a:t>
            </a:r>
            <a:br/>
            <a:r>
              <a:t>  • 電動汽車 (5年累計 65,831 億元，占比 61.33%)</a:t>
            </a:r>
            <a:br/>
            <a:br/>
            <a:r>
              <a:t>▸ 數據來源</a:t>
            </a:r>
            <a:br/>
            <a:r>
              <a:t>  BloombergNEF / GGII / SNE Research / 行業公開數據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市場規模總覽 | Market Size Overview (億元)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 /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2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8000" y="827999"/>
          <a:ext cx="1062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980000"/>
                <a:gridCol w="2160000"/>
                <a:gridCol w="1800000"/>
                <a:gridCol w="1800000"/>
                <a:gridCol w="180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賽道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5年累計(億元)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CAGR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2030規模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市場份額(%)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电动汽车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65,831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16.6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15,682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61.33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电动货卡车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30,997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9,160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28.88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电芯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7,382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26.3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2,036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6.88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电动船舶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41.7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工商储能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AI储能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63.9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家庭储能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34.2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机器人储能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BBU储能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无人机储能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半导体设备储能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增速排名 | Growth Ranking (CAGR 2025-2030)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 /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2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</a:defRPr>
            </a:pPr>
            <a:r>
              <a:t>增速最快 Top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3943542" cy="432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54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1. AI储能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000" y="154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63.9%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980000"/>
            <a:ext cx="3647314" cy="432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208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2. 机器人储能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208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59.1%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20000"/>
            <a:ext cx="3474514" cy="432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62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3. 无人机储能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00" y="262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56.3%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060000"/>
            <a:ext cx="2746285" cy="432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316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4. BBU储能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31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44.5%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600000"/>
            <a:ext cx="2573485" cy="432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7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5. 电动船舶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370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41.7%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</a:defRPr>
            </a:pPr>
            <a:r>
              <a:t>市場份額 | Market Share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0" y="1440000"/>
            <a:ext cx="3784937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2000" y="154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1. 电动汽车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20000" y="154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61.33%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1980000"/>
            <a:ext cx="1782308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0" y="208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2. 电动货卡车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0000" y="208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28.88%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2520000"/>
            <a:ext cx="424594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262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3. 电芯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0000" y="262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6.88%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3060000"/>
            <a:ext cx="52457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0" y="316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4. 电动船舶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0000" y="316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0.85%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0000" y="3600000"/>
            <a:ext cx="35794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2000" y="37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5. 工商储能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0000" y="370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0.58%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年度趨勢 | Annual Trend (億元)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 /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2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82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電動汽車 vs 電動貨卡車 市場規模趨勢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-2816999"/>
            <a:ext cx="540000" cy="7857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40000" y="-3999600"/>
            <a:ext cx="540000" cy="9039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0" y="-5374440"/>
            <a:ext cx="540000" cy="10414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60000" y="-7146720"/>
            <a:ext cx="540000" cy="12186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0000" y="-9624240"/>
            <a:ext cx="540000" cy="146642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80000" y="-11896560"/>
            <a:ext cx="540000" cy="16936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20000" y="3562560"/>
            <a:ext cx="540000" cy="147744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0" y="3073968"/>
            <a:ext cx="540000" cy="1966032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0000" y="2420136"/>
            <a:ext cx="540000" cy="2619863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00000" y="1527840"/>
            <a:ext cx="540000" cy="351216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0000" y="464472"/>
            <a:ext cx="540000" cy="4575528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0000" y="-895679"/>
            <a:ext cx="540000" cy="593568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0000" y="52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0000" y="52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0000" y="52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0000" y="52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0000" y="52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2029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522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576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366"/>
                </a:solidFill>
              </a:defRPr>
            </a:pPr>
            <a:r>
              <a:t>■ 電動汽車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0000" y="576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99FF"/>
                </a:solidFill>
              </a:defRPr>
            </a:pPr>
            <a:r>
              <a:t>■ 電動貨卡車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結論與展望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 /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20000"/>
            <a:ext cx="11448000" cy="180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【市場洞察】</a:t>
            </a:r>
            <a:br/>
            <a:br/>
            <a:r>
              <a:t>1. 電動汽車主導市場</a:t>
            </a:r>
            <a:br/>
            <a:r>
              <a:t>   • 5年累計規模：65,831 億元，市場份額 61.33%</a:t>
            </a:r>
            <a:br/>
            <a:r>
              <a:t>   • 從 7,275 億元（2025）增長至 15,682 億元（2030）</a:t>
            </a:r>
            <a:br/>
            <a:r>
              <a:t>   • CAGR 16.6%，穩健成長</a:t>
            </a:r>
            <a:br/>
            <a:br/>
            <a:r>
              <a:t>2. 新興賽道爆發式增長</a:t>
            </a:r>
            <a:br/>
            <a:r>
              <a:t>   • AI儲能：CAGR 63.9%，從 18.0 增至 213.0 億元</a:t>
            </a:r>
            <a:br/>
            <a:r>
              <a:t>   • 機器人儲能：CAGR 59.1%，從 10.0 增至 102.0 億元</a:t>
            </a:r>
            <a:br/>
            <a:r>
              <a:t>   • 無人機儲能：CAGR 56.3%，從 6.0 增至 56.0 億元</a:t>
            </a:r>
            <a:br/>
            <a:br/>
            <a:r>
              <a:t>3. 市場趨勢</a:t>
            </a:r>
            <a:br/>
            <a:r>
              <a:t>   • 電動化、智能化加速推進</a:t>
            </a:r>
            <a:br/>
            <a:r>
              <a:t>   • 儲能需求爆發式增長</a:t>
            </a:r>
            <a:br/>
            <a:r>
              <a:t>   • 新技術、新應用場景不斷涌現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000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2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感謝聆聽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96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